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7800E-94C0-5672-F07F-F760A2E9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644023-B07B-E7EC-5FE9-6816A9EAE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E22801-E9F8-A099-595D-F73FBB97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B6A70F-2D7E-C380-3100-49E9EAFC7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F9B517-9C37-9239-3628-F9D5BCC7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8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58C80-D0BC-A215-A30D-672F94661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3F9642-053F-592F-2BEE-575F700AF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AEBD7B-DEA3-AB9F-4D92-66FBF4A1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3F808C-A303-239C-BB8B-DB8DB0BF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F32DD3-A621-2168-9BAF-DAC9F20B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59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8ECEC-10F1-6010-BAEE-1D559B4DC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1BF452-ED13-BC0F-E66C-59D4FC90F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7D9738-BF6E-DF39-F031-3E319F1C3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C6FC7E-D11E-AB43-2D1A-3C26A174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D24091-D1BE-557A-2BEF-E2907979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50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D27D6-8CE5-AACA-6841-50AA2837B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7102E8-3170-0CB2-354E-32143921C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6F2A27-62C6-3811-0F0B-19539B69E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F63EE1-8BB2-B158-C8CC-3A6FAC92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5333DD-6837-5154-21F8-F2AED9E1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940549-C3F2-CFC2-10EA-A9D55DF4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92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E3B33-A1DB-FC54-1C94-2B6615A2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D3CAF4-4ED2-7E5E-4A56-B081097D4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A65514-B854-CD6A-0CD6-BD3F5CA2F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7106FB-A97C-DDDB-C87C-56CCD7B74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3F4BA4-F3C2-7034-20E1-3D4D8DFF1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99CBAA-34F0-5918-1B73-954152B4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9C99FC-6387-7B45-EA89-D44F8D428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7D2B91-C2F6-33B0-ED05-8DF4A64C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828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2C804-6921-0C74-8D5C-ED6B08F9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9B8E8A-458C-7860-8CBA-19D4E10BB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67575F-D715-1833-AD01-3233FFE2E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4C4BAB-5DFF-83D7-62D1-B3D382B4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819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AA946E7-E4F4-4579-1F62-88432C62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B5C69D-366D-F5E6-43FC-61E021B9E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44B6A-18EB-C273-3FBA-D9EBA499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93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AE524-B23C-8AA0-EEE0-CCA90832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23346-302F-CC51-C823-76E3A48E2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5FDA8A-ED0E-A794-099A-A53E377CB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77CB3A-A27F-7F57-E9FB-348A1CE1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A1E96C-D675-8EC7-4502-A56CD5775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CF9614-3A95-776F-61B9-09C61D52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44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383AE-A0A6-E9F0-17BA-72F974CDA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2DF898-0851-3D3B-48EF-7CEDE20A2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115118-3E55-AA2B-74B8-5E07DF58A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680B83-7B22-9F1A-34BE-5018F38AB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61FDDB-E1DA-F186-1191-E48AA671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1E25E0-E28D-4A38-AEFC-09A190CD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635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F02E5-811A-0D1C-E6C5-DD894452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E4CE0F-614D-C952-A09B-19B4BD246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D2BB5E-1B5C-BF1D-D947-A0FDEEBC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B3DE9A-F9E6-EBEF-F061-CFDFE74C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FE6845-4BD6-79F7-8288-28B67BC8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29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2F2ED8-73EC-9D8F-1EDD-438FED5F3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19E47F-F7E7-0B59-7C34-6C67056ED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3DC7B-C916-0851-A9A2-8E5B9A98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6F8764-60CE-3B93-0300-CF98CF362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B3518-96F1-7BE3-BC97-5601ED55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3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9802E0-D180-142D-C868-D7A8A7B60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59BA6C-6D66-EB04-B2E9-07A2A76B1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0CE3F1-E406-ACEB-B131-FC3035C13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07946-7933-4159-9295-7736E6CDD30C}" type="datetimeFigureOut">
              <a:rPr lang="zh-CN" altLang="en-US" smtClean="0"/>
              <a:t>2026-02-02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A3D9CE-03CE-F124-5FCA-B020FDE34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55C1A-D881-E6E9-76E5-A9A9E2617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03AB9-1B51-4F54-8E61-3E15F85152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861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72396179-E46F-F108-35A7-88BA8C460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425" y="177681"/>
            <a:ext cx="8251150" cy="650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65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文本, 应用程序, Word&#10;&#10;AI 生成的内容可能不正确。">
            <a:extLst>
              <a:ext uri="{FF2B5EF4-FFF2-40B4-BE49-F238E27FC236}">
                <a16:creationId xmlns:a16="http://schemas.microsoft.com/office/drawing/2014/main" id="{4527D3C8-B448-724A-C5CB-54940B9B2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756" y="27622"/>
            <a:ext cx="10126488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13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黄 紫腾</dc:creator>
  <cp:lastModifiedBy>黄 紫腾</cp:lastModifiedBy>
  <cp:revision>1</cp:revision>
  <dcterms:created xsi:type="dcterms:W3CDTF">2026-02-02T07:40:25Z</dcterms:created>
  <dcterms:modified xsi:type="dcterms:W3CDTF">2026-02-02T07:41:36Z</dcterms:modified>
</cp:coreProperties>
</file>